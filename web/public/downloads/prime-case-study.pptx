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Thank the panel. One line on who you are: [Your story: one sentence on your background].
• Frame: a data product I led end to end, then the same process on the City's own open data,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Twenty seconds. The tag in the top-left of every slide tells the panel which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one concrete moment where inconsistent numbers caused a real problem with a client or internally.]
• Bridge to the City: siloed client databases look a lot like departments that each run their own system. The questions that matter cut across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how you gathered these. Interviews, shadowing CS, reviewing the engineering ticket queue, client feedback?]
• The point to land: I didn't start from the technology. Every design choice traces back to one of these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Tie each decision back to a requirement on the previous slide: consolidate → one definition; contract → owners and freshness; grain → AI; internal first → trust before scale.
• [Your story: any option you considered and rejected, e.g. fixing reports one by one.]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confirm the real order and roughly how long each step took.]
• Why this order: each step delivers something people can use, so value shows up before the whole thing is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Tools: Snowflake, dbt (100+ tested models), Airflow, AWS, a semantic layer and LLMs.
• [Your story: what you personally decided as product owner, and how you kept the pod aligned.]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it quick: the live version of this is coming on Calgary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Value: CS, Product and clients work from the same numbers on a reliable schedule, and routine questions no longer need an engineering ticket.
• [Your story: feedback from users that changed the design, and any adoption or time-saved numbers you can share.]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Say it plainly: I can't show client data, so here is the same process on data you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users here are my assumption of who'd use this at the City; in a real engagement I'd confirm them in short interviews.
• The full version of this is the Approach page on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LIVE DEMO (about 90 seconds): switch to the Dashboard. Read the headline: riders back to 95% of 2019 on 99% of the service, feedback per trip up 12%. Then the 'what riders contact 311 about' chart: fares and passes, stops and stations.
• If the room has no internet, the slides still carry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the stakeholder conversation that got the data contract agreed. Who pushed back, and what changed their mind?]
• The Lost Property catch is the best analytical example: a second look at a number that seemed too dramatic, then a governed fix so nobody repeats the mistake, including the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LIVE DEMO (about 60 seconds): open Ask the data and click 'How has ridership recovered since the pandemic?'. Show the SQL, then point at the same number on the dashboard.
• Why it's the proudest part: it's where governance stops being overhead and becomes the reason people can self-serve.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anything you'd change about PRIME in hindsight.]
• Land the closing line slowly; it's the bridge to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Stop talking. Leave this slide up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PRIME: one governed data layer for a multi-tenant product</dc:title>
  <dc:subject>PptxGenJS Presentation</dc:subject>
  <dc:creator>Cody Chandler</dc:creator>
  <cp:lastModifiedBy>Cody Chandler</cp:lastModifiedBy>
  <cp:revision>1</cp:revision>
  <dcterms:created xsi:type="dcterms:W3CDTF">2026-10-24T03:02:28Z</dcterms:created>
  <dcterms:modified xsi:type="dcterms:W3CDTF">2026-10-24T03:02:28Z</dcterms:modified>
</cp:coreProperties>
</file>